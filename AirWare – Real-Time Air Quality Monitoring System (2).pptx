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DMSans-bold.fntdata"/><Relationship Id="rId10" Type="http://schemas.openxmlformats.org/officeDocument/2006/relationships/slide" Target="slides/slide5.xml"/><Relationship Id="rId32" Type="http://schemas.openxmlformats.org/officeDocument/2006/relationships/font" Target="fonts/DMSans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7.xml"/><Relationship Id="rId34" Type="http://schemas.openxmlformats.org/officeDocument/2006/relationships/font" Target="fonts/DM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9f93a91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9f93a91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b246359c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b246359c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9f93a91d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9f93a91d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b246359c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b246359c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b246359c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b246359c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37b9cc3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37b9cc3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b246359c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6b246359c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6b246359c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6b246359c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b246359c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b246359c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37b9cc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b37b9cc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d6f6cfb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ad6f6c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d5cdb30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d5cdb30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b37b9cc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b37b9cc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6b246359c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6b246359c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d5cdb30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d5cdb30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6b246359c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6b246359c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6b246359c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6b246359c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50950" y="1378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AirWare – Real-Time Air Quality Monitoring System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0" y="3891600"/>
            <a:ext cx="8520600" cy="12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Milestone:</a:t>
            </a:r>
            <a:r>
              <a:rPr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75% Completion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3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Name: </a:t>
            </a:r>
            <a:r>
              <a:rPr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Joseph</a:t>
            </a:r>
            <a:r>
              <a:rPr lang="en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Alvis Sajith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4350" y="796750"/>
            <a:ext cx="70389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727650" y="19494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AirWare aims to provide </a:t>
            </a:r>
            <a:r>
              <a:rPr b="1"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real-time air quality insights</a:t>
            </a:r>
            <a:r>
              <a:rPr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system collects and displays </a:t>
            </a:r>
            <a:r>
              <a:rPr b="1"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AQI, PM2.5, PM10,S02 and NO2</a:t>
            </a:r>
            <a:r>
              <a:rPr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levels.</a:t>
            </a:r>
            <a:endParaRPr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 to help users stay informed about pollution levels in their area and make informed decisions to stay healthy.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808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Project Objectives</a:t>
            </a:r>
            <a:endParaRPr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74125"/>
            <a:ext cx="7038900" cy="28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Provide real-time air quality monitoring.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Visualize pollution trends.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Predict AQI using ML model.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Maintain past data history.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Make an user-friendly dashboard.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Provide suggestions based on air quality ofthe area.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46350" y="806525"/>
            <a:ext cx="7845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Primary Objectives Completed (100%)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727650" y="2426775"/>
            <a:ext cx="7688700" cy="22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Connected the backend to the frontend dashboard.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Connected the charts to the backend.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Implemented a compare feature.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Implement a chatbot using Groq Ai.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Trained a ML model to predict the AQI.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734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Tech Stack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4145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Backend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Python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Flask Framework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Pandas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GroqAI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Machine Learning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Scikit-learn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Random forest regression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Other Tools Used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Git &amp; GitHub</a:t>
            </a:r>
            <a:endParaRPr sz="6400">
              <a:latin typeface="DM Sans"/>
              <a:ea typeface="DM Sans"/>
              <a:cs typeface="DM Sans"/>
              <a:sym typeface="DM Sans"/>
            </a:endParaRPr>
          </a:p>
          <a:p>
            <a:pPr indent="-315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937"/>
              <a:buFont typeface="DM Sans"/>
              <a:buChar char="●"/>
            </a:pPr>
            <a:r>
              <a:rPr lang="en" sz="6400">
                <a:latin typeface="DM Sans"/>
                <a:ea typeface="DM Sans"/>
                <a:cs typeface="DM Sans"/>
                <a:sym typeface="DM Sans"/>
              </a:rPr>
              <a:t>VS Code</a:t>
            </a:r>
            <a:br>
              <a:rPr lang="en" sz="5500">
                <a:latin typeface="DM Sans"/>
                <a:ea typeface="DM Sans"/>
                <a:cs typeface="DM Sans"/>
                <a:sym typeface="DM Sans"/>
              </a:rPr>
            </a:br>
            <a:endParaRPr sz="5500"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87950" y="319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Dashboard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6875"/>
            <a:ext cx="9143998" cy="43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8632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Data A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cquisition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8644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The daily and hourly data is being fetched from openweather api.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The yearly and monthly data is taken from CPCB website and is stored in the backend.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The accurate AQI is predicted by the ML model using the PM2.5,PM10,SO2,NO2 values fetched from openweather api.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The AQI forecast of next 2 days is done by the ml model using the 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PM2.5,PM10,SO2,NO2 values fetched from openweather api.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798600" y="296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AQI Hourly Chart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9950"/>
            <a:ext cx="9143998" cy="433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799375" y="3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AQI Daily Charts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8400"/>
            <a:ext cx="9144000" cy="42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799375" y="3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Monthly Avg AQI Chart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6875"/>
            <a:ext cx="9143999" cy="432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800425" y="352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AQI forecast of next 2 days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4675"/>
            <a:ext cx="9144000" cy="43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819825" y="3868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Compare States page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1475"/>
            <a:ext cx="9144001" cy="42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1052550" y="9046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Chatbot Interface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-328612" lvl="0" marL="457200" rtl="0" algn="l">
              <a:spcBef>
                <a:spcPts val="0"/>
              </a:spcBef>
              <a:spcAft>
                <a:spcPts val="0"/>
              </a:spcAft>
              <a:buSzPct val="98437"/>
              <a:buFont typeface="DM Sans"/>
              <a:buChar char="●"/>
            </a:pPr>
            <a:r>
              <a:rPr lang="en" sz="1777">
                <a:latin typeface="DM Sans"/>
                <a:ea typeface="DM Sans"/>
                <a:cs typeface="DM Sans"/>
                <a:sym typeface="DM Sans"/>
              </a:rPr>
              <a:t>The chatbot is implemented using Groq AI.</a:t>
            </a:r>
            <a:endParaRPr sz="1777">
              <a:latin typeface="DM Sans"/>
              <a:ea typeface="DM Sans"/>
              <a:cs typeface="DM Sans"/>
              <a:sym typeface="DM Sans"/>
            </a:endParaRPr>
          </a:p>
          <a:p>
            <a:pPr indent="-328612" lvl="0" marL="457200" rtl="0" algn="l">
              <a:spcBef>
                <a:spcPts val="0"/>
              </a:spcBef>
              <a:spcAft>
                <a:spcPts val="0"/>
              </a:spcAft>
              <a:buSzPct val="98437"/>
              <a:buFont typeface="DM Sans"/>
              <a:buChar char="●"/>
            </a:pPr>
            <a:r>
              <a:rPr lang="en" sz="1777">
                <a:latin typeface="DM Sans"/>
                <a:ea typeface="DM Sans"/>
                <a:cs typeface="DM Sans"/>
                <a:sym typeface="DM Sans"/>
              </a:rPr>
              <a:t>The chatbot can help user clarify their doubts.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 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025" y="2416450"/>
            <a:ext cx="3533475" cy="27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969700" y="656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Profile page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125375"/>
            <a:ext cx="3800549" cy="390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/>
        </p:nvSpPr>
        <p:spPr>
          <a:xfrm>
            <a:off x="5012300" y="1155750"/>
            <a:ext cx="3258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details are displayed here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can can change their username and password here.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1297500" y="811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Backend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1297500" y="10635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Flask server created.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API endpoint sends air quality data and GroqAI 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response to the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 React frontend.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Real-time Air quality data is being fetched from openweather api and CPCB.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Prediction of AQI is done by the ML model.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99750"/>
            <a:ext cx="8453000" cy="13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1297500" y="7458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ML model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1297500" y="15744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DM Sans"/>
              <a:buChar char="●"/>
            </a:pP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Random Forest Regression Model</a:t>
            </a:r>
            <a:br>
              <a:rPr b="1" lang="en" sz="1600">
                <a:latin typeface="DM Sans"/>
                <a:ea typeface="DM Sans"/>
                <a:cs typeface="DM Sans"/>
                <a:sym typeface="DM Sans"/>
              </a:rPr>
            </a:br>
            <a:endParaRPr b="1" sz="1600">
              <a:latin typeface="DM Sans"/>
              <a:ea typeface="DM Sans"/>
              <a:cs typeface="DM Sans"/>
              <a:sym typeface="DM Sans"/>
            </a:endParaRPr>
          </a:p>
          <a:p>
            <a:pPr indent="-32258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○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Used to predict AQI based on pollutant parameters.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-32258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DM Sans"/>
              <a:buChar char="○"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Trained using </a:t>
            </a: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Real-Time Air Quality Index (AQI) India 2023–2025(kaggle).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latin typeface="Courier New"/>
                <a:ea typeface="Courier New"/>
                <a:cs typeface="Courier New"/>
                <a:sym typeface="Courier New"/>
              </a:rPr>
              <a:t>RMSE: 6.022590979327017</a:t>
            </a:r>
            <a:endParaRPr sz="105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latin typeface="Courier New"/>
                <a:ea typeface="Courier New"/>
                <a:cs typeface="Courier New"/>
                <a:sym typeface="Courier New"/>
              </a:rPr>
              <a:t>R² Score: 0.9956362792307866</a:t>
            </a:r>
            <a:endParaRPr sz="105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1297500" y="7251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1297500" y="1567550"/>
            <a:ext cx="7456800" cy="31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4000">
                <a:latin typeface="DM Sans"/>
                <a:ea typeface="DM Sans"/>
                <a:cs typeface="DM Sans"/>
                <a:sym typeface="DM Sans"/>
              </a:rPr>
              <a:t>The AirWare project successfully integrates web technologies and machine learning to monitor and analyze air quality.</a:t>
            </a:r>
            <a:br>
              <a:rPr lang="en" sz="4000">
                <a:latin typeface="DM Sans"/>
                <a:ea typeface="DM Sans"/>
                <a:cs typeface="DM Sans"/>
                <a:sym typeface="DM Sans"/>
              </a:rPr>
            </a:br>
            <a:endParaRPr sz="40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4000">
                <a:latin typeface="DM Sans"/>
                <a:ea typeface="DM Sans"/>
                <a:cs typeface="DM Sans"/>
                <a:sym typeface="DM Sans"/>
              </a:rPr>
              <a:t>A complete system was developed with real-time AQI visualization, predictive modeling, AI chatbot support, and user feedback handling.</a:t>
            </a:r>
            <a:br>
              <a:rPr lang="en" sz="4000">
                <a:latin typeface="DM Sans"/>
                <a:ea typeface="DM Sans"/>
                <a:cs typeface="DM Sans"/>
                <a:sym typeface="DM Sans"/>
              </a:rPr>
            </a:br>
            <a:endParaRPr sz="4000"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" sz="4000">
                <a:latin typeface="DM Sans"/>
                <a:ea typeface="DM Sans"/>
                <a:cs typeface="DM Sans"/>
                <a:sym typeface="DM Sans"/>
              </a:rPr>
              <a:t>The Random Forest model achieved high accuracy, demonstrating reliable AQI prediction capability.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645450" y="1806550"/>
            <a:ext cx="7853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8000"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b="1" i="1" sz="80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